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53A"/>
    <a:srgbClr val="2C334D"/>
    <a:srgbClr val="131621"/>
    <a:srgbClr val="6B747D"/>
    <a:srgbClr val="737B8A"/>
    <a:srgbClr val="636A75"/>
    <a:srgbClr val="69717F"/>
    <a:srgbClr val="5A6470"/>
    <a:srgbClr val="363A39"/>
    <a:srgbClr val="9FA7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8"/>
    <p:restoredTop sz="94694"/>
  </p:normalViewPr>
  <p:slideViewPr>
    <p:cSldViewPr snapToGrid="0">
      <p:cViewPr>
        <p:scale>
          <a:sx n="133" d="100"/>
          <a:sy n="133" d="100"/>
        </p:scale>
        <p:origin x="24" y="-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8105A-65F8-8A45-93B7-46C69A80B63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DA9A5-EBF6-1742-9C01-357858C044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610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DA9A5-EBF6-1742-9C01-357858C044C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192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A7CFE5-709F-0829-69EC-3E8AEE8D0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2BC490-5C0C-53F2-0200-D813E9849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A24586-5406-CC5E-CC06-1C5C0F33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05BBC8-7E47-BCC4-52A9-7DFD8EE2B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077FA1-1300-5609-4F5D-CAF9519B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83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57336A-A56D-9D24-A748-F2AFBFA7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9EB783-D647-E5B5-331A-2CBDAFCFE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82E5B6-D7F4-B20E-FD29-1E00376E0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A09B4D-71E7-80F2-6703-9E60E7FA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F8F11F-83DC-CC96-3BFA-84D4C58E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729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C3309A-AABC-1457-3FCF-768F1F6F6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12CA31-44BA-90EC-D745-7E203B49F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CEAA28-8DC3-113D-382C-0F8E199C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0EEC05-47E1-ACF4-F0A1-7F57ACEA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C526FF-BDBC-200E-B9CE-22520B18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75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183F0B-4F25-E532-4114-DE5F7281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CAF578-D4F0-FFDF-03C2-2B717A39F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A36B8A-C1B6-98B4-1C88-0CFA145EC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9DC6D-47A8-51C5-B40D-1994D5F7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BFF136-E071-13D7-69AE-E1502231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5DF981-7EA5-B368-5ABE-303C62BF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810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D491A-C9D1-90AA-0819-4A2BCA2B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BE9653-77B5-6774-EBEF-AF015D999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34CF95-C1EC-E012-078B-3C095D904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6D4C0D-C85D-5A05-530C-CA4873086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1231EEA-43BC-E992-C575-F5694B5C4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8187B5-C0ED-4F2B-42E7-2164D4C0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439BD80-10DA-1F24-A9CE-E8BEC5BF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BA82865-E67E-B461-3178-88CDB957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46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B5EDE9-0A22-38D2-6D62-EDA8CF757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C652B2-8B93-4488-4FAD-770905DB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1650713-7754-2B6B-DC8C-F13D5D3F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DF1399-A865-9E8E-0851-65CFE1FC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188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0E9F3AE-EC3D-F558-6D01-28473924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B7705EC-33ED-E3A4-E4D7-FA188A6A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AFE4E1-922D-D4C9-74E3-C8DF6D807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80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11B3CF-646A-057F-ABF9-25B2DBD4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803AA4-E9EB-96C7-F430-EE5F63EA1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A66655-9655-30F6-63B8-D980D65B4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7CE406-7E8C-0D49-9CDC-7764F9A9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664DD5-60E5-1337-70DF-FB3B75EE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7AFECA-4EF0-6E27-D441-E5AF5C46A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99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0B2A4C-8668-C410-8860-CA1711B5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96392A9-C283-6794-E421-460560573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6B66DF-8D8E-9CAA-9718-3BF22E81B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276053-1FBA-413D-40A3-F51CC657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A654C2-05D1-DE73-0639-1E61E357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BC7595-E2A3-5677-F004-A0D0ED8E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906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F30EB6-13A4-4BEA-CF76-2F1CC5CBA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5D0DFC-CCF2-6A39-B7FC-E57FB220C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B89550-0697-3580-0883-597B806B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050908-74B8-94E4-1316-30FDA388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58D234-BF80-37DA-52B5-8E4B5FFD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21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9A67F57-1798-33E4-C8E6-0F9998C4A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435AC6-971E-486D-CC93-8CD2AF18E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7A8FA1-0C13-5441-7748-56B92EA1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CBF9F1-C724-0EBE-EA19-EA4D5F5D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3CE407-F037-D696-E914-16FAB6CE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974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538150-DA15-30D7-3B7D-5C9016D4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F2CEBA-A534-7ABB-4D42-49EE4E32D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952E69-E422-01ED-FF7D-5BF5382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0A2C2-A191-A146-9017-C0ABA27EB420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1D4F73-5C1C-036E-F14E-AF5AC6A0A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C68C7C-9DE1-4908-495C-713CE2AEF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D7DD8-3FB4-6740-A26B-FB2027F21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02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1FEE63B-BB20-389C-3D4E-E7D92A98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41395" cy="206853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0CC6DC-5E1C-7B8F-7C21-143E7CDE92F9}"/>
              </a:ext>
            </a:extLst>
          </p:cNvPr>
          <p:cNvSpPr/>
          <p:nvPr/>
        </p:nvSpPr>
        <p:spPr>
          <a:xfrm>
            <a:off x="7560479" y="3249142"/>
            <a:ext cx="3335193" cy="1701273"/>
          </a:xfrm>
          <a:prstGeom prst="rect">
            <a:avLst/>
          </a:prstGeom>
          <a:gradFill>
            <a:gsLst>
              <a:gs pos="0">
                <a:srgbClr val="758393"/>
              </a:gs>
              <a:gs pos="98000">
                <a:srgbClr val="5E6F8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ED87E06-F7C4-C6E5-BE28-60B76939684A}"/>
              </a:ext>
            </a:extLst>
          </p:cNvPr>
          <p:cNvSpPr/>
          <p:nvPr/>
        </p:nvSpPr>
        <p:spPr>
          <a:xfrm>
            <a:off x="7560478" y="4950414"/>
            <a:ext cx="3335193" cy="359717"/>
          </a:xfrm>
          <a:prstGeom prst="rect">
            <a:avLst/>
          </a:prstGeom>
          <a:gradFill>
            <a:gsLst>
              <a:gs pos="0">
                <a:srgbClr val="414D52"/>
              </a:gs>
              <a:gs pos="99000">
                <a:srgbClr val="4C575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C254EAE-6CEA-605F-AA38-71A5DB39FD36}"/>
              </a:ext>
            </a:extLst>
          </p:cNvPr>
          <p:cNvSpPr/>
          <p:nvPr/>
        </p:nvSpPr>
        <p:spPr>
          <a:xfrm flipV="1">
            <a:off x="7560478" y="1180605"/>
            <a:ext cx="3335193" cy="2068536"/>
          </a:xfrm>
          <a:prstGeom prst="rect">
            <a:avLst/>
          </a:prstGeom>
          <a:gradFill>
            <a:gsLst>
              <a:gs pos="0">
                <a:srgbClr val="758393"/>
              </a:gs>
              <a:gs pos="98000">
                <a:srgbClr val="5E6F8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14A98F3-3820-19E2-0EF2-BF990CEFABE6}"/>
              </a:ext>
            </a:extLst>
          </p:cNvPr>
          <p:cNvSpPr/>
          <p:nvPr/>
        </p:nvSpPr>
        <p:spPr>
          <a:xfrm flipV="1">
            <a:off x="3741683" y="1180604"/>
            <a:ext cx="3818794" cy="3034043"/>
          </a:xfrm>
          <a:prstGeom prst="rect">
            <a:avLst/>
          </a:prstGeom>
          <a:solidFill>
            <a:srgbClr val="9FA7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D6DAB80-9D28-02A3-A1D7-14E165EDA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22" y="1355371"/>
            <a:ext cx="1701800" cy="1498600"/>
          </a:xfrm>
          <a:prstGeom prst="rect">
            <a:avLst/>
          </a:prstGeom>
        </p:spPr>
      </p:pic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8135A783-8DD6-95EB-4AAE-3430E484BEF7}"/>
              </a:ext>
            </a:extLst>
          </p:cNvPr>
          <p:cNvSpPr/>
          <p:nvPr/>
        </p:nvSpPr>
        <p:spPr>
          <a:xfrm>
            <a:off x="4045096" y="1508188"/>
            <a:ext cx="3178098" cy="2346834"/>
          </a:xfrm>
          <a:prstGeom prst="roundRect">
            <a:avLst>
              <a:gd name="adj" fmla="val 8046"/>
            </a:avLst>
          </a:prstGeom>
          <a:solidFill>
            <a:srgbClr val="CED0DE"/>
          </a:solidFill>
          <a:ln>
            <a:noFill/>
          </a:ln>
          <a:effectLst>
            <a:innerShdw blurRad="201487" dist="50800" dir="13500000">
              <a:prstClr val="black">
                <a:alpha val="37401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F586EB5-46BD-59D3-3462-E64738278F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"/>
                    </a14:imgEffect>
                    <a14:imgEffect>
                      <a14:brightnessContrast bright="17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45096" y="1819987"/>
            <a:ext cx="3178098" cy="1788627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3B74AAF-C09A-91FB-08E5-464FD34CEFD0}"/>
              </a:ext>
            </a:extLst>
          </p:cNvPr>
          <p:cNvSpPr/>
          <p:nvPr/>
        </p:nvSpPr>
        <p:spPr>
          <a:xfrm>
            <a:off x="4045097" y="1819987"/>
            <a:ext cx="280396" cy="1788627"/>
          </a:xfrm>
          <a:prstGeom prst="rect">
            <a:avLst/>
          </a:prstGeom>
          <a:gradFill>
            <a:gsLst>
              <a:gs pos="0">
                <a:schemeClr val="tx1">
                  <a:alpha val="15817"/>
                </a:schemeClr>
              </a:gs>
              <a:gs pos="98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45802CC-5D0E-0E3D-0118-26AC425E548C}"/>
              </a:ext>
            </a:extLst>
          </p:cNvPr>
          <p:cNvSpPr/>
          <p:nvPr/>
        </p:nvSpPr>
        <p:spPr>
          <a:xfrm flipH="1">
            <a:off x="7050645" y="1819987"/>
            <a:ext cx="164968" cy="1788627"/>
          </a:xfrm>
          <a:prstGeom prst="rect">
            <a:avLst/>
          </a:prstGeom>
          <a:gradFill>
            <a:gsLst>
              <a:gs pos="0">
                <a:schemeClr val="tx1">
                  <a:alpha val="15817"/>
                </a:schemeClr>
              </a:gs>
              <a:gs pos="98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3204BB1-A771-70ED-C863-2C6FC570C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513" y="2783438"/>
            <a:ext cx="2656443" cy="2346834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8A35D58-01C5-B351-8263-427C4D14B373}"/>
              </a:ext>
            </a:extLst>
          </p:cNvPr>
          <p:cNvSpPr/>
          <p:nvPr/>
        </p:nvSpPr>
        <p:spPr>
          <a:xfrm>
            <a:off x="3741681" y="4214647"/>
            <a:ext cx="3818794" cy="599091"/>
          </a:xfrm>
          <a:prstGeom prst="rect">
            <a:avLst/>
          </a:prstGeom>
          <a:gradFill>
            <a:gsLst>
              <a:gs pos="58000">
                <a:srgbClr val="5B626C"/>
              </a:gs>
              <a:gs pos="0">
                <a:srgbClr val="363A39"/>
              </a:gs>
              <a:gs pos="98000">
                <a:srgbClr val="69717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B838290-391C-4141-BCD9-E3C299B26919}"/>
              </a:ext>
            </a:extLst>
          </p:cNvPr>
          <p:cNvSpPr/>
          <p:nvPr/>
        </p:nvSpPr>
        <p:spPr>
          <a:xfrm>
            <a:off x="3740106" y="4820527"/>
            <a:ext cx="3818794" cy="489360"/>
          </a:xfrm>
          <a:prstGeom prst="rect">
            <a:avLst/>
          </a:prstGeom>
          <a:gradFill>
            <a:gsLst>
              <a:gs pos="0">
                <a:srgbClr val="6B747D"/>
              </a:gs>
              <a:gs pos="97000">
                <a:srgbClr val="737B8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565C4637-3A65-0925-82CD-31264F1E67A5}"/>
              </a:ext>
            </a:extLst>
          </p:cNvPr>
          <p:cNvSpPr/>
          <p:nvPr/>
        </p:nvSpPr>
        <p:spPr>
          <a:xfrm>
            <a:off x="4397829" y="4950414"/>
            <a:ext cx="236375" cy="222949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D52D975D-01EE-2188-BCB4-34183D607B4A}"/>
              </a:ext>
            </a:extLst>
          </p:cNvPr>
          <p:cNvSpPr/>
          <p:nvPr/>
        </p:nvSpPr>
        <p:spPr>
          <a:xfrm>
            <a:off x="5291927" y="4950413"/>
            <a:ext cx="236375" cy="222949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4E78405F-F2B2-EA64-9490-7837EDFC0EB1}"/>
              </a:ext>
            </a:extLst>
          </p:cNvPr>
          <p:cNvSpPr/>
          <p:nvPr/>
        </p:nvSpPr>
        <p:spPr>
          <a:xfrm>
            <a:off x="5741989" y="4957203"/>
            <a:ext cx="236375" cy="222949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1D4C22F0-1DC2-C4B2-6D74-134DDE885FE2}"/>
              </a:ext>
            </a:extLst>
          </p:cNvPr>
          <p:cNvSpPr/>
          <p:nvPr/>
        </p:nvSpPr>
        <p:spPr>
          <a:xfrm>
            <a:off x="6186025" y="4969366"/>
            <a:ext cx="236375" cy="222949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0242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</Words>
  <Application>Microsoft Macintosh PowerPoint</Application>
  <PresentationFormat>ワイド画面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wattz</dc:creator>
  <cp:lastModifiedBy>wattz</cp:lastModifiedBy>
  <cp:revision>6</cp:revision>
  <dcterms:created xsi:type="dcterms:W3CDTF">2026-10-03T01:51:11Z</dcterms:created>
  <dcterms:modified xsi:type="dcterms:W3CDTF">2026-10-03T02:13:08Z</dcterms:modified>
</cp:coreProperties>
</file>