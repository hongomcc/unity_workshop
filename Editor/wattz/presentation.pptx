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B2BF88-DD3C-4ACF-4C49-25B6A55370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sz="4200" dirty="0"/>
              <a:t>Unity Engine</a:t>
            </a:r>
            <a:r>
              <a:rPr kumimoji="1" lang="ja-JP" altLang="en-US" sz="4200"/>
              <a:t>でゲームを作ろう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714DAB-AFA4-AA8B-C512-5CDB472E1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初級プログラミングレッスン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1731152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ファセット</Template>
  <TotalTime>592</TotalTime>
  <Words>8</Words>
  <Application>Microsoft Macintosh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ファセット</vt:lpstr>
      <vt:lpstr>Unity Engineでゲームを作ろう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wattz</dc:creator>
  <cp:lastModifiedBy>wattz</cp:lastModifiedBy>
  <cp:revision>1</cp:revision>
  <dcterms:created xsi:type="dcterms:W3CDTF">2026-10-07T04:08:49Z</dcterms:created>
  <dcterms:modified xsi:type="dcterms:W3CDTF">2026-10-07T14:01:16Z</dcterms:modified>
</cp:coreProperties>
</file>